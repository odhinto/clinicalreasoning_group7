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Evaluating Clinical Reasoning in Kenyan Healthcare Using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Data Science Capstone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Can AI replicate or support the reasoning of Kenyan clinicians?</a:t>
            </a:r>
          </a:p>
          <a:p>
            <a:r>
              <a:t>Goal: Evaluate AI models using real clinical vignettes from Kenyan nurses.</a:t>
            </a:r>
          </a:p>
          <a:p>
            <a:r>
              <a:t>Compare model outputs to trained clinician responses.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Extract structured metadata from nurse prompts.</a:t>
            </a:r>
          </a:p>
          <a:p>
            <a:r>
              <a:t>- Measure semantic similarity between AI and clinician responses.</a:t>
            </a:r>
          </a:p>
          <a:p>
            <a:r>
              <a:t>- Analyze SNOMED diagnostic accuracy.</a:t>
            </a:r>
          </a:p>
          <a:p>
            <a:r>
              <a:t>- Compare empathy and sentiment.</a:t>
            </a:r>
          </a:p>
          <a:p>
            <a:r>
              <a:t>- Identify AI failure modes through manual review.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Samples: 400 train + 100 test</a:t>
            </a:r>
          </a:p>
          <a:p>
            <a:r>
              <a:t>Fields: Prompt, Clinician, GPT-4, LLAMA, GEMINI, SNOMED Codes</a:t>
            </a:r>
          </a:p>
          <a:p>
            <a:r>
              <a:t>Metadata: County, Health level, Nursing competency, Experience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Methods: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Extract years of experience from free text prompts.</a:t>
            </a:r>
          </a:p>
          <a:p>
            <a:r>
              <a:t>- Normalize and parse SNOMED CT codes.</a:t>
            </a:r>
          </a:p>
          <a:p>
            <a:r>
              <a:t>- Clean and tokenize responses.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Methods: Modeling and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Embedding via SentenceTransformers (MiniLM).</a:t>
            </a:r>
          </a:p>
          <a:p>
            <a:r>
              <a:t>- Cosine similarity for semantic overlap.</a:t>
            </a:r>
          </a:p>
          <a:p>
            <a:r>
              <a:t>- Sentiment analysis (VADER).</a:t>
            </a:r>
          </a:p>
          <a:p>
            <a:r>
              <a:t>- Plan to extend with BLEU/ROUGE and topic modeling.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Prompts mostly match experience metadata.</a:t>
            </a:r>
          </a:p>
          <a:p>
            <a:r>
              <a:t>- County and facility distribution well balanced.</a:t>
            </a:r>
          </a:p>
          <a:p>
            <a:r>
              <a:t>- Diagnoses range 1–5 per case via SNOMED.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Similarity and Sentiment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GPT-4 shows high semantic similarity (~0.85).</a:t>
            </a:r>
          </a:p>
          <a:p>
            <a:r>
              <a:t>- Sentiment varies across AI vs clinician.</a:t>
            </a:r>
          </a:p>
          <a:p>
            <a:r>
              <a:t>- Some GPT-4 responses less cautious/empathetic.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Manual Review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Some hallucinations in AI responses.</a:t>
            </a:r>
          </a:p>
          <a:p>
            <a:r>
              <a:t>- Clinical tone and detail sometimes mismatched.</a:t>
            </a:r>
          </a:p>
          <a:p>
            <a:r>
              <a:t>- Human responses better contextualized.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Use AI only as decision support, not standalone.</a:t>
            </a:r>
          </a:p>
          <a:p>
            <a:r>
              <a:t>- Prioritize factual accuracy via medical code verification.</a:t>
            </a:r>
          </a:p>
          <a:p>
            <a:r>
              <a:t>- Incorporate regional guidelines into fine-tuning.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Evaluate LLAMA and GEMINI outputs.</a:t>
            </a:r>
          </a:p>
          <a:p>
            <a:r>
              <a:t>- Use BERTopic for clustering vignettes.</a:t>
            </a:r>
          </a:p>
          <a:p>
            <a:r>
              <a:t>- Develop RAG-based QA chatbot for frontline nurses.</a:t>
            </a:r>
          </a:p>
          <a:p>
            <a:r>
              <a:t>- Integrate SNOMED-aware correctness scoring.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