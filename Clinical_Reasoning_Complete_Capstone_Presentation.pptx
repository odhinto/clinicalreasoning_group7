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Clinical Reasoning in Kenyan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Final Capstone Presentation – NLP Enhanced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AI replicate or support clinical decision-making in Kenya?</a:t>
            </a:r>
          </a:p>
          <a:p>
            <a:r>
              <a:t>We compare AI-generated responses to real clinician answers.</a:t>
            </a:r>
          </a:p>
          <a:p>
            <a:r>
              <a:t>Scenarios include real-life medical prompts from Kenyan nurses.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Extract structured data from nurse prompts.</a:t>
            </a:r>
          </a:p>
          <a:p>
            <a:r>
              <a:t>- Compare clinician and AI responses using NLP.</a:t>
            </a:r>
          </a:p>
          <a:p>
            <a:r>
              <a:t>- Analyze sentiment/empathy in responses.</a:t>
            </a:r>
          </a:p>
          <a:p>
            <a:r>
              <a:t>- Check diagnostic correctness using SNOMED codes.</a:t>
            </a:r>
          </a:p>
          <a:p>
            <a:r>
              <a:t>- Introduce foundational NLP methods.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- 400 training vignettes + 100 test samples.</a:t>
            </a:r>
          </a:p>
          <a:p>
            <a:r>
              <a:t>- Fields: Prompt, Clinician, GPT-4, LLAMA, GEMINI.</a:t>
            </a:r>
          </a:p>
          <a:p>
            <a:r>
              <a:t>- Metadata: County, Health level, Experience, Competency.</a:t>
            </a:r>
          </a:p>
          <a:p>
            <a:r>
              <a:t>- Labels: SNOMED CT diagnosis codes.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NLP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✅ Regular Expressions (experience extraction)</a:t>
            </a:r>
          </a:p>
          <a:p>
            <a:r>
              <a:t>- ✅ Word Embeddings (semantic similarity)</a:t>
            </a:r>
          </a:p>
          <a:p>
            <a:r>
              <a:t>- ✅ Bag-of-Words (top terms)</a:t>
            </a:r>
          </a:p>
          <a:p>
            <a:r>
              <a:t>- ✅ Corpus Statistics (token/word counts)</a:t>
            </a:r>
          </a:p>
          <a:p>
            <a:r>
              <a:t>- ✅ TF-IDF Vectorization (important word detection)</a:t>
            </a:r>
          </a:p>
          <a:p>
            <a:r>
              <a:t>- ✅ Text Classification (predict medical domain)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Bag of Words &amp; Corpus Stats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Used CountVectorizer to extract top frequent words.</a:t>
            </a:r>
          </a:p>
          <a:p>
            <a:r>
              <a:t>- Found average word count and vocabulary size.</a:t>
            </a:r>
          </a:p>
          <a:p>
            <a:r>
              <a:t>- Supported EDA by identifying common terminology.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TF-IDF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Identified high-weight medical terms per case.</a:t>
            </a:r>
          </a:p>
          <a:p>
            <a:r>
              <a:t>- Used to understand keyword importance across vignettes.</a:t>
            </a:r>
          </a:p>
          <a:p>
            <a:r>
              <a:t>- Useful for term extraction and input relevance.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 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Used TF-IDF + Naive Bayes to predict Clinical Panel.</a:t>
            </a:r>
          </a:p>
          <a:p>
            <a:r>
              <a:t>- Accuracy and F1 scores were evaluated.</a:t>
            </a:r>
          </a:p>
          <a:p>
            <a:r>
              <a:t>- Prompt text can effectively predict specialty.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Semantic Similarity (Cosine distance on embeddings).</a:t>
            </a:r>
          </a:p>
          <a:p>
            <a:r>
              <a:t>- Sentiment Scores (VADER).</a:t>
            </a:r>
          </a:p>
          <a:p>
            <a:r>
              <a:t>- Classification Report for Clinical Panel predictions.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GPT-4 is often semantically similar (~0.85).</a:t>
            </a:r>
          </a:p>
          <a:p>
            <a:r>
              <a:t>- Clinicians show more empathy in tone.</a:t>
            </a:r>
          </a:p>
          <a:p>
            <a:r>
              <a:t>- Prompts usually align with metadata.</a:t>
            </a:r>
          </a:p>
          <a:p>
            <a:r>
              <a:t>- SNOMED codes were parseable and comparable.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AI should only assist, not replace clinicians.</a:t>
            </a:r>
          </a:p>
          <a:p>
            <a:r>
              <a:t>- Validate medical advice using code-level checks.</a:t>
            </a:r>
          </a:p>
          <a:p>
            <a:r>
              <a:t>- Train models using local context and case styles.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Add BLEU/ROUGE scores for text comparison.</a:t>
            </a:r>
          </a:p>
          <a:p>
            <a:r>
              <a:t>- Evaluate LLAMA and GEMINI models.</a:t>
            </a:r>
          </a:p>
          <a:p>
            <a:r>
              <a:t>- Implement topic modeling (e.g., BERTopic).</a:t>
            </a:r>
          </a:p>
          <a:p>
            <a:r>
              <a:t>- Develop a smart assistant chatbot (RAG-based).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